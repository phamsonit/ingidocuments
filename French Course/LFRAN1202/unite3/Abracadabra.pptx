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261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550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6330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2836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6745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813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883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8231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269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3626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1791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E2ABD-1A36-4252-9776-F18837675D40}" type="datetimeFigureOut">
              <a:rPr lang="fr-BE" smtClean="0"/>
              <a:t>16/02/2015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50FB-22B0-4F54-99AD-44220C38EC7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43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google.be/url?sa=i&amp;rct=j&amp;q=&amp;esrc=s&amp;frm=1&amp;source=images&amp;cd=&amp;cad=rja&amp;docid=RGBpN87vSPGqSM&amp;tbnid=fUGwqPKHz0zxIM:&amp;ved=0CAUQjRw&amp;url=http://laforetmystique.wordpress.com/category/chaumiere-de-la-sorciere/&amp;ei=RHRpUuaTKMmc0QXiyoHoBA&amp;bvm=bv.55123115,d.d2k&amp;psig=AFQjCNHSJblPa-d7UhMCOJfQJ48PfSuxMA&amp;ust=1382729137133206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://www.google.be/url?sa=i&amp;rct=j&amp;q=&amp;esrc=s&amp;frm=1&amp;source=images&amp;cd=&amp;cad=rja&amp;docid=9eO7HVlIhxqRrM&amp;tbnid=cEtCMv3R5TsrkM:&amp;ved=0CAUQjRw&amp;url=http://animaux.coloritou.com/chiens/chien-qui-dort.html&amp;ei=I3ZpUqajDsLW0QXdk4GICQ&amp;bvm=bv.55123115,d.d2k&amp;psig=AFQjCNF2kqRIK24pqVpFi3TnXi0k0zAQmA&amp;ust=138272961162263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http://www.google.be/url?sa=i&amp;rct=j&amp;q=&amp;esrc=s&amp;frm=1&amp;source=images&amp;cd=&amp;cad=rja&amp;docid=zm2zxfYs4h5omM&amp;tbnid=6eRrWfcYE-1nSM:&amp;ved=0CAUQjRw&amp;url=http://lecharenconlibere.20minutes-blogs.fr/archive/2008/02/22/grignotage.html&amp;ei=Z3ZpUrr9LYTK0QXcs4AQ&amp;bvm=bv.55123115,d.d2k&amp;psig=AFQjCNE0lAClypHvXM1sREBbaqOFXsFLSQ&amp;ust=138272969217366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be/url?sa=i&amp;source=images&amp;cd=&amp;cad=rja&amp;docid=d_OoQZAKZ6kpEM&amp;tbnid=BUl1HVFajs2uwM:&amp;ved=0CAgQjRwwAA&amp;url=http://fr.123rf.com/photo_15340116_fabuleux-magique-rouge-de-dragon-cracheur-de-feu.html&amp;ei=53ZpUqKFNoKm0wXV2YCYBQ&amp;psig=AFQjCNHAynNukF3id5ZWOKsjj6MS2QvjTw&amp;ust=138272983196168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www.google.be/url?sa=i&amp;source=images&amp;cd=&amp;cad=rja&amp;docid=KtNKJacj0GYWsM&amp;tbnid=pMwuA542fDBpyM:&amp;ved=0CAgQjRwwAA&amp;url=http://www.azurever.com/portugal/magazine/foz-de-douro-porto.php&amp;ei=23dpUs_8B6eI0AWl6oBA&amp;psig=AFQjCNEVUDKlqCIOtiZuzeMRP7koE9qFyA&amp;ust=138273007517277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://www.google.be/url?sa=i&amp;rct=j&amp;q=&amp;esrc=s&amp;frm=1&amp;source=images&amp;cd=&amp;cad=rja&amp;docid=1266cpDx0vUuGM&amp;tbnid=IQABei274WbtpM:&amp;ved=0CAUQjRw&amp;url=http://www.weblettres.net/blogs/article.php?w%3DVoiesX%26e_id%3D30465&amp;ei=LnhpUq-XDufP0QWLxoD4Dg&amp;psig=AFQjCNEghcvsTcMUS7RLd124FPo6WfEaPQ&amp;ust=138273013556891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google.be/url?sa=i&amp;rct=j&amp;q=&amp;esrc=s&amp;frm=1&amp;source=images&amp;cd=&amp;cad=rja&amp;docid=yn2I4eLsiBEpYM&amp;tbnid=JV7qthVcCR3SqM:&amp;ved=0CAUQjRw&amp;url=http://www.jedessine.com/c_27834/coloriage/coloriage-fetes/coloriage-saint-valentin/coloriage-couple-de-la-saint-valentin/coloriage-couple-pigeons-gratuit&amp;ei=e3hpUuyeJ4aO0AW1sIDABQ&amp;psig=AFQjCNFuiyVJKAhjRQTGW4wyDbLrn15c6w&amp;ust=138273022608981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www.google.be/url?sa=i&amp;rct=j&amp;q=&amp;esrc=s&amp;frm=1&amp;source=images&amp;cd=&amp;cad=rja&amp;docid=Dosp0BCN-enPPM&amp;tbnid=WwO5kGur38RX_M:&amp;ved=0CAUQjRw&amp;url=http://www.coloriages-enfants.com/rubrique-animaux/coloriage/ours/ours-38.php&amp;ei=r3hpUo3nE8Gf0QWPv4HIDg&amp;psig=AFQjCNGyf3CId2uoboewGcbTx5-L4RKA7g&amp;ust=138273027645761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://chipspeanutscrackerjack.files.wordpress.com/2011/10/marmite1.gi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Ari,%20Ara%20!%20Th&#233;r&#232;se,%20je%20te%20transforme%20en%20sorci&#232;re.%20Tu%20seras%20la%20reine%20des%20reptiles,%20tu%20http:/laprononciationenclasse.jimdo.com/documents-vid&#233;o-et-audio/fiche-38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Abracadabra …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 dirty="0"/>
          </a:p>
          <a:p>
            <a:r>
              <a:rPr lang="fr-BE" dirty="0" smtClean="0"/>
              <a:t>Perfectionner la prononciation du /R/</a:t>
            </a:r>
          </a:p>
          <a:p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5" y="3602038"/>
            <a:ext cx="21431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6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http://laforetmystique.files.wordpress.com/2010/10/maison-de-sorciere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815" y="163287"/>
            <a:ext cx="5910942" cy="6384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140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BE" dirty="0"/>
              <a:t>Il y a le gros chien qui ronfle : </a:t>
            </a:r>
            <a:r>
              <a:rPr lang="fr-BE" dirty="0" smtClean="0"/>
              <a:t/>
            </a:r>
            <a:br>
              <a:rPr lang="fr-BE" dirty="0" smtClean="0"/>
            </a:br>
            <a:r>
              <a:rPr lang="fr-BE" dirty="0" err="1" smtClean="0"/>
              <a:t>rrrrrrrrrrr</a:t>
            </a:r>
            <a:r>
              <a:rPr lang="fr-BE" dirty="0" smtClean="0"/>
              <a:t> </a:t>
            </a:r>
            <a:r>
              <a:rPr lang="fr-BE" dirty="0" err="1" smtClean="0"/>
              <a:t>zzzzzzzzz</a:t>
            </a:r>
            <a:endParaRPr lang="fr-BE" dirty="0"/>
          </a:p>
        </p:txBody>
      </p:sp>
      <p:pic>
        <p:nvPicPr>
          <p:cNvPr id="4" name="irc_mi" descr="http://coloriage.estaticos.org/dessins/coloriage/chien-qui-dort.gif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313" y="1825625"/>
            <a:ext cx="4675373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655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/>
              <a:t>Il y a la souris qui grignote : </a:t>
            </a:r>
            <a:r>
              <a:rPr lang="fr-BE" dirty="0" err="1"/>
              <a:t>crcrcrcrcrcrcrc</a:t>
            </a:r>
            <a:endParaRPr lang="fr-BE" dirty="0"/>
          </a:p>
        </p:txBody>
      </p:sp>
      <p:pic>
        <p:nvPicPr>
          <p:cNvPr id="7" name="Espace réservé du contenu 6" descr="http://lecharenconlibere.20minutes-blogs.fr/media/01/01/7e58766411d4d1a627a44089cc2fed22.gif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1896269"/>
            <a:ext cx="3429000" cy="4210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19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/>
              <a:t>Il y a le dragon qui crache du feu : RAAHH</a:t>
            </a:r>
          </a:p>
        </p:txBody>
      </p:sp>
      <p:pic>
        <p:nvPicPr>
          <p:cNvPr id="5" name="Espace réservé du contenu 4" descr="http://us.123rf.com/400wm/400/400/azuzl/azuzl1209/azuzl120900111/15340116-fabuleux-magique-rouge-de-dragon-cracheur-de-feu.jp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129" y="2073729"/>
            <a:ext cx="6335485" cy="4065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049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/>
              <a:t>Il y a le pont-levis qui grince : </a:t>
            </a:r>
            <a:r>
              <a:rPr lang="fr-BE" dirty="0" err="1"/>
              <a:t>crrrriiiiii</a:t>
            </a:r>
            <a:endParaRPr lang="fr-BE" dirty="0"/>
          </a:p>
        </p:txBody>
      </p:sp>
      <p:pic>
        <p:nvPicPr>
          <p:cNvPr id="6" name="Espace réservé du contenu 5" descr="http://www.azurever.com/portugal/images/images_portugal/images_mag/pont-levis-castello.jp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550" y="2096293"/>
            <a:ext cx="3509736" cy="42718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153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BE" dirty="0"/>
              <a:t>Il y a l’araignée qui râle parce que le dragon l’a écrasée : </a:t>
            </a:r>
            <a:r>
              <a:rPr lang="fr-BE" dirty="0" err="1"/>
              <a:t>rrrrrrrrrrrrrrr</a:t>
            </a:r>
            <a:endParaRPr lang="fr-BE" dirty="0"/>
          </a:p>
        </p:txBody>
      </p:sp>
      <p:pic>
        <p:nvPicPr>
          <p:cNvPr id="5" name="irc_mi" descr="http://www.weblettres.net/blogs/uploads/m/marthaplouf/19444.gif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713" y="1825625"/>
            <a:ext cx="2804573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883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/>
              <a:t>Il y a les pigeons qui roucoulent : </a:t>
            </a:r>
            <a:r>
              <a:rPr lang="fr-BE" dirty="0" smtClean="0"/>
              <a:t/>
            </a:r>
            <a:br>
              <a:rPr lang="fr-BE" dirty="0" smtClean="0"/>
            </a:br>
            <a:r>
              <a:rPr lang="fr-BE" dirty="0" err="1" smtClean="0"/>
              <a:t>rou</a:t>
            </a:r>
            <a:r>
              <a:rPr lang="fr-BE" dirty="0" smtClean="0"/>
              <a:t> </a:t>
            </a:r>
            <a:r>
              <a:rPr lang="fr-BE" dirty="0" err="1"/>
              <a:t>rou</a:t>
            </a:r>
            <a:r>
              <a:rPr lang="fr-BE" dirty="0"/>
              <a:t> </a:t>
            </a:r>
            <a:r>
              <a:rPr lang="fr-BE" dirty="0" err="1"/>
              <a:t>rou</a:t>
            </a:r>
            <a:r>
              <a:rPr lang="fr-BE" dirty="0"/>
              <a:t> </a:t>
            </a:r>
            <a:r>
              <a:rPr lang="fr-BE" dirty="0" err="1"/>
              <a:t>rou</a:t>
            </a:r>
            <a:endParaRPr lang="fr-BE" dirty="0"/>
          </a:p>
        </p:txBody>
      </p:sp>
      <p:pic>
        <p:nvPicPr>
          <p:cNvPr id="7" name="Espace réservé du contenu 6" descr="http://images.jedessine.com/_uploads/_tiny_galerie/20110104/30-wk6_p7n.jp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921" y="1841954"/>
            <a:ext cx="3702365" cy="4624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670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/>
              <a:t>Il y a l’ours qui crie dans sa cage : </a:t>
            </a:r>
            <a:r>
              <a:rPr lang="fr-BE" dirty="0" err="1"/>
              <a:t>W</a:t>
            </a:r>
            <a:r>
              <a:rPr lang="fr-BE" dirty="0" err="1" smtClean="0"/>
              <a:t>ouarrr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  <p:pic>
        <p:nvPicPr>
          <p:cNvPr id="5" name="Image 4" descr="http://www.coloriages-enfants.com/rubrique-animaux/images/coloriages/ours/coloriages-ours-38.jpg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043" y="1825625"/>
            <a:ext cx="3657599" cy="41016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443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BE" dirty="0"/>
              <a:t>Il y a la soupe qui cuit : </a:t>
            </a:r>
            <a:r>
              <a:rPr lang="fr-BE" dirty="0" smtClean="0"/>
              <a:t/>
            </a:r>
            <a:br>
              <a:rPr lang="fr-BE" dirty="0" smtClean="0"/>
            </a:br>
            <a:r>
              <a:rPr lang="fr-BE" dirty="0" err="1" smtClean="0"/>
              <a:t>blurp</a:t>
            </a:r>
            <a:r>
              <a:rPr lang="fr-BE" dirty="0" smtClean="0"/>
              <a:t>    </a:t>
            </a:r>
            <a:r>
              <a:rPr lang="fr-BE" dirty="0" err="1"/>
              <a:t>blurp</a:t>
            </a:r>
            <a:r>
              <a:rPr lang="fr-BE" dirty="0"/>
              <a:t> </a:t>
            </a:r>
            <a:r>
              <a:rPr lang="fr-BE" dirty="0" smtClean="0"/>
              <a:t>   </a:t>
            </a:r>
            <a:r>
              <a:rPr lang="fr-BE" dirty="0" err="1" smtClean="0"/>
              <a:t>blurp</a:t>
            </a:r>
            <a:r>
              <a:rPr lang="fr-BE" dirty="0" smtClean="0"/>
              <a:t>    </a:t>
            </a:r>
            <a:r>
              <a:rPr lang="fr-BE" dirty="0" err="1" smtClean="0"/>
              <a:t>blurp</a:t>
            </a:r>
            <a:endParaRPr lang="fr-BE" dirty="0"/>
          </a:p>
        </p:txBody>
      </p:sp>
      <p:pic>
        <p:nvPicPr>
          <p:cNvPr id="6" name="Espace réservé du contenu 5" descr="http://chipspeanutscrackerjack.files.wordpress.com/2011/10/marmite1.gif?w=320&amp;h=300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67694"/>
            <a:ext cx="3048000" cy="426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752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Formules magiques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i="1" dirty="0"/>
              <a:t>Ari </a:t>
            </a:r>
            <a:r>
              <a:rPr lang="en-GB" sz="3200" i="1" dirty="0" err="1" smtClean="0"/>
              <a:t>Ara</a:t>
            </a:r>
            <a:r>
              <a:rPr lang="en-GB" sz="3200" i="1" dirty="0" smtClean="0"/>
              <a:t>,</a:t>
            </a:r>
            <a:endParaRPr lang="fr-BE" sz="3200" dirty="0"/>
          </a:p>
          <a:p>
            <a:r>
              <a:rPr lang="en-GB" sz="3200" i="1" dirty="0" err="1"/>
              <a:t>Karaki</a:t>
            </a:r>
            <a:r>
              <a:rPr lang="en-GB" sz="3200" i="1" dirty="0"/>
              <a:t> karaka, </a:t>
            </a:r>
            <a:endParaRPr lang="fr-BE" sz="3200" dirty="0"/>
          </a:p>
          <a:p>
            <a:r>
              <a:rPr lang="en-GB" sz="3200" i="1" dirty="0" err="1"/>
              <a:t>Cric</a:t>
            </a:r>
            <a:r>
              <a:rPr lang="en-GB" sz="3200" i="1" dirty="0"/>
              <a:t> </a:t>
            </a:r>
            <a:r>
              <a:rPr lang="en-GB" sz="3200" i="1" dirty="0" err="1"/>
              <a:t>crac</a:t>
            </a:r>
            <a:r>
              <a:rPr lang="en-GB" sz="3200" i="1" dirty="0"/>
              <a:t> </a:t>
            </a:r>
            <a:r>
              <a:rPr lang="en-GB" sz="3200" i="1" dirty="0" err="1"/>
              <a:t>boum</a:t>
            </a:r>
            <a:r>
              <a:rPr lang="en-GB" sz="3200" i="1" dirty="0"/>
              <a:t>, </a:t>
            </a:r>
            <a:endParaRPr lang="fr-BE" sz="3200" dirty="0"/>
          </a:p>
          <a:p>
            <a:r>
              <a:rPr lang="fr-BE" sz="3200" i="1" dirty="0" err="1" smtClean="0"/>
              <a:t>kiri</a:t>
            </a:r>
            <a:r>
              <a:rPr lang="fr-BE" sz="3200" i="1" dirty="0" smtClean="0"/>
              <a:t> </a:t>
            </a:r>
            <a:r>
              <a:rPr lang="fr-BE" sz="3200" i="1" dirty="0" err="1"/>
              <a:t>karabi</a:t>
            </a:r>
            <a:r>
              <a:rPr lang="fr-BE" sz="3200" i="1" dirty="0"/>
              <a:t>, </a:t>
            </a:r>
            <a:endParaRPr lang="fr-BE" sz="3200" dirty="0"/>
          </a:p>
          <a:p>
            <a:r>
              <a:rPr lang="fr-BE" sz="3200" i="1" dirty="0" err="1"/>
              <a:t>Crapoti</a:t>
            </a:r>
            <a:r>
              <a:rPr lang="fr-BE" sz="3200" i="1" dirty="0"/>
              <a:t> crapota, </a:t>
            </a:r>
            <a:endParaRPr lang="fr-BE" sz="3200" dirty="0"/>
          </a:p>
          <a:p>
            <a:r>
              <a:rPr lang="fr-BE" sz="3200" i="1" dirty="0" smtClean="0"/>
              <a:t>Abracadabra</a:t>
            </a:r>
          </a:p>
          <a:p>
            <a:r>
              <a:rPr lang="fr-BE" sz="3200" i="1" dirty="0" smtClean="0">
                <a:solidFill>
                  <a:srgbClr val="0070C0"/>
                </a:solidFill>
              </a:rPr>
              <a:t>Laquelle </a:t>
            </a:r>
            <a:r>
              <a:rPr lang="fr-BE" sz="3200" i="1" dirty="0">
                <a:solidFill>
                  <a:srgbClr val="0070C0"/>
                </a:solidFill>
              </a:rPr>
              <a:t>est la plus facile pour prononcer le </a:t>
            </a:r>
            <a:r>
              <a:rPr lang="fr-BE" sz="3200" dirty="0">
                <a:solidFill>
                  <a:srgbClr val="0070C0"/>
                </a:solidFill>
              </a:rPr>
              <a:t>/ʀ/ </a:t>
            </a:r>
            <a:r>
              <a:rPr lang="fr-BE" sz="3200" dirty="0" smtClean="0">
                <a:solidFill>
                  <a:srgbClr val="0070C0"/>
                </a:solidFill>
              </a:rPr>
              <a:t>français ?</a:t>
            </a:r>
            <a:endParaRPr lang="fr-BE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38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Duos : 3 formules magiques par personne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fr-BE" sz="3200" i="1" dirty="0"/>
              <a:t>Ari, Ara ! </a:t>
            </a:r>
            <a:r>
              <a:rPr lang="fr-BE" sz="3200" dirty="0"/>
              <a:t>Prénom en /ʀ/</a:t>
            </a:r>
            <a:r>
              <a:rPr lang="fr-BE" sz="3200" i="1" dirty="0"/>
              <a:t>, je te transforme en sorcier / sorcière.</a:t>
            </a:r>
            <a:endParaRPr lang="fr-BE" sz="3200" dirty="0"/>
          </a:p>
          <a:p>
            <a:pPr lvl="0">
              <a:lnSpc>
                <a:spcPct val="150000"/>
              </a:lnSpc>
            </a:pPr>
            <a:r>
              <a:rPr lang="fr-BE" sz="3200" i="1" dirty="0" err="1"/>
              <a:t>Karaki</a:t>
            </a:r>
            <a:r>
              <a:rPr lang="fr-BE" sz="3200" i="1" dirty="0"/>
              <a:t>, </a:t>
            </a:r>
            <a:r>
              <a:rPr lang="fr-BE" sz="3200" i="1" dirty="0" err="1"/>
              <a:t>karaka</a:t>
            </a:r>
            <a:r>
              <a:rPr lang="fr-BE" sz="3200" i="1" dirty="0"/>
              <a:t>, …, je te transforme en sorcier / sorcière.</a:t>
            </a:r>
            <a:endParaRPr lang="fr-BE" sz="3200" dirty="0"/>
          </a:p>
          <a:p>
            <a:pPr lvl="0">
              <a:lnSpc>
                <a:spcPct val="150000"/>
              </a:lnSpc>
            </a:pPr>
            <a:r>
              <a:rPr lang="fr-BE" sz="3200" i="1" dirty="0"/>
              <a:t>Cric, crac, boum, …, je te transforme en sorcier / sorcière.</a:t>
            </a:r>
            <a:endParaRPr lang="fr-BE" sz="3200" dirty="0"/>
          </a:p>
          <a:p>
            <a:pPr lvl="0">
              <a:lnSpc>
                <a:spcPct val="150000"/>
              </a:lnSpc>
            </a:pPr>
            <a:r>
              <a:rPr lang="fr-BE" sz="3200" i="1" dirty="0" err="1" smtClean="0"/>
              <a:t>Kiri</a:t>
            </a:r>
            <a:r>
              <a:rPr lang="fr-BE" sz="3200" i="1" dirty="0" smtClean="0"/>
              <a:t> </a:t>
            </a:r>
            <a:r>
              <a:rPr lang="fr-BE" sz="3200" i="1" dirty="0" err="1"/>
              <a:t>karabi</a:t>
            </a:r>
            <a:r>
              <a:rPr lang="fr-BE" sz="3200" i="1" dirty="0"/>
              <a:t>, …, je te transforme en sorcier / sorcière.</a:t>
            </a:r>
            <a:endParaRPr lang="fr-BE" sz="3200" dirty="0"/>
          </a:p>
          <a:p>
            <a:pPr lvl="0">
              <a:lnSpc>
                <a:spcPct val="150000"/>
              </a:lnSpc>
            </a:pPr>
            <a:r>
              <a:rPr lang="fr-BE" sz="3200" i="1" dirty="0" err="1"/>
              <a:t>Crapoti</a:t>
            </a:r>
            <a:r>
              <a:rPr lang="fr-BE" sz="3200" i="1" dirty="0"/>
              <a:t>, crapota, …, je te transforme en sorcier / sorcière.</a:t>
            </a:r>
            <a:endParaRPr lang="fr-BE" sz="3200" dirty="0"/>
          </a:p>
          <a:p>
            <a:pPr lvl="0">
              <a:lnSpc>
                <a:spcPct val="150000"/>
              </a:lnSpc>
            </a:pPr>
            <a:r>
              <a:rPr lang="fr-BE" sz="3200" i="1" dirty="0"/>
              <a:t>Abracadabra, …, je te transforme en sorcier / sorcière.</a:t>
            </a:r>
            <a:endParaRPr lang="fr-BE" sz="3200" dirty="0"/>
          </a:p>
        </p:txBody>
      </p:sp>
    </p:spTree>
    <p:extLst>
      <p:ext uri="{BB962C8B-B14F-4D97-AF65-F5344CB8AC3E}">
        <p14:creationId xmlns:p14="http://schemas.microsoft.com/office/powerpoint/2010/main" val="176876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39709"/>
              </p:ext>
            </p:extLst>
          </p:nvPr>
        </p:nvGraphicFramePr>
        <p:xfrm>
          <a:off x="2481943" y="2612571"/>
          <a:ext cx="7233557" cy="27712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33557"/>
              </a:tblGrid>
              <a:tr h="194310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600"/>
                        </a:spcAft>
                      </a:pPr>
                      <a:r>
                        <a:rPr lang="fr-BE" sz="3200" dirty="0">
                          <a:effectLst/>
                        </a:rPr>
                        <a:t> </a:t>
                      </a:r>
                      <a:r>
                        <a:rPr lang="fr-BE" sz="3200" dirty="0" smtClean="0">
                          <a:effectLst/>
                        </a:rPr>
                        <a:t> </a:t>
                      </a:r>
                      <a:r>
                        <a:rPr lang="fr-BE" sz="3200" dirty="0">
                          <a:effectLst/>
                        </a:rPr>
                        <a:t>C’est plus facile de prononcer /ʀ/si on allonge la voyelle qui précède ce /ʀ/. Bien faire résonner l’air dans le thorax, et garder la pointe de la langue en bas jusqu’à la fin du son /ʀ/.</a:t>
                      </a:r>
                      <a:endParaRPr lang="fr-BE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Bouton d'action : Informations 2">
            <a:hlinkClick r:id="" action="ppaction://noaction" highlightClick="1"/>
          </p:cNvPr>
          <p:cNvSpPr/>
          <p:nvPr/>
        </p:nvSpPr>
        <p:spPr>
          <a:xfrm>
            <a:off x="1926772" y="1992086"/>
            <a:ext cx="1042416" cy="104241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6693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5029" y="501017"/>
            <a:ext cx="10319657" cy="6255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fr-BE" sz="2400" b="1" i="1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Ari, Ara ! </a:t>
            </a:r>
            <a:r>
              <a:rPr lang="fr-BE" sz="2400" b="1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Thérèse</a:t>
            </a:r>
            <a:r>
              <a:rPr lang="fr-BE" sz="2400" b="1" i="1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, je te transforme en sorcière. Tu seras la reine</a:t>
            </a:r>
            <a:r>
              <a:rPr lang="fr-BE" sz="2400" b="1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fr-BE" sz="2400" b="1" i="1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des</a:t>
            </a:r>
            <a:r>
              <a:rPr lang="fr-BE" sz="2400" b="1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 reptiles, </a:t>
            </a:r>
            <a:r>
              <a:rPr lang="fr-BE" sz="2400" b="1" i="1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tu auras </a:t>
            </a:r>
            <a:r>
              <a:rPr lang="fr-BE" sz="2400" b="1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des orages, </a:t>
            </a:r>
            <a:r>
              <a:rPr lang="fr-BE" sz="2400" b="1" i="1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tu feras </a:t>
            </a:r>
            <a:r>
              <a:rPr lang="fr-BE" sz="2400" b="1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des théories, </a:t>
            </a:r>
            <a:r>
              <a:rPr lang="fr-BE" sz="2400" b="1" i="1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tu iras parfois </a:t>
            </a:r>
            <a:r>
              <a:rPr lang="fr-BE" sz="2400" b="1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dans une fromagerie.</a:t>
            </a:r>
            <a:endParaRPr lang="fr-BE" sz="24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fr-BE" sz="2400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BE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BE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Tu seras le roi / la reine</a:t>
            </a:r>
            <a:r>
              <a:rPr lang="fr-BE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du riz/ du rouge/  des rois / roux / roses / radars / radis / raisins / rapides / raquettes / raviolis / recettes / réflexes / reptiles / rêves / rhumes / robes / romans / romantiques</a:t>
            </a:r>
            <a:endParaRPr lang="fr-BE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BE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Tu auras </a:t>
            </a:r>
            <a:r>
              <a:rPr lang="fr-BE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du courage / un garage / des orages / des camarades / des grades  / une super chérie</a:t>
            </a:r>
            <a:endParaRPr lang="fr-BE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BE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Tu feras</a:t>
            </a:r>
            <a:r>
              <a:rPr lang="fr-BE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des / naufrages / ouvrages / plaisanteries / poteries / théories / gaufres au sucre roux</a:t>
            </a:r>
            <a:endParaRPr lang="fr-BE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BE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Tu iras parfois</a:t>
            </a:r>
            <a:r>
              <a:rPr lang="fr-BE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dans une bijouterie / blanchisserie / boulangerie / boucherie / brasserie /crémerie / fromagerie / gendarmerie / infirmerie / librairie / mairie / pâtisserie /poissonnerie / solderie</a:t>
            </a:r>
            <a:endParaRPr lang="fr-BE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27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120</Words>
  <Application>Microsoft Office PowerPoint</Application>
  <PresentationFormat>Grand écran</PresentationFormat>
  <Paragraphs>33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Lucida Sans Unicode</vt:lpstr>
      <vt:lpstr>Times New Roman</vt:lpstr>
      <vt:lpstr>Thème Office</vt:lpstr>
      <vt:lpstr>Abracadabra …</vt:lpstr>
      <vt:lpstr>Présentation PowerPoint</vt:lpstr>
      <vt:lpstr>Il y a le gros chien qui ronfle :  rrrrrrrrrrr zzzzzzzzz</vt:lpstr>
      <vt:lpstr>Il y a la souris qui grignote : crcrcrcrcrcrcrc</vt:lpstr>
      <vt:lpstr>Il y a le dragon qui crache du feu : RAAHH</vt:lpstr>
      <vt:lpstr>Il y a le pont-levis qui grince : crrrriiiiii</vt:lpstr>
      <vt:lpstr>Il y a l’araignée qui râle parce que le dragon l’a écrasée : rrrrrrrrrrrrrrr</vt:lpstr>
      <vt:lpstr>Il y a les pigeons qui roucoulent :  rou rou rou rou</vt:lpstr>
      <vt:lpstr>Il y a l’ours qui crie dans sa cage : Wouarrr</vt:lpstr>
      <vt:lpstr>Il y a la soupe qui cuit :  blurp    blurp    blurp    blurp</vt:lpstr>
      <vt:lpstr>Formules magiques</vt:lpstr>
      <vt:lpstr>Duos : 3 formules magiques par personne</vt:lpstr>
      <vt:lpstr>Présentation PowerPoint</vt:lpstr>
      <vt:lpstr>Présentation PowerPoint</vt:lpstr>
    </vt:vector>
  </TitlesOfParts>
  <Company>Université Catholique de Louvain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Abracadabra …</dc:title>
  <dc:creator>SIWS</dc:creator>
  <cp:lastModifiedBy>SIWS</cp:lastModifiedBy>
  <cp:revision>4</cp:revision>
  <dcterms:created xsi:type="dcterms:W3CDTF">2015-02-16T10:15:53Z</dcterms:created>
  <dcterms:modified xsi:type="dcterms:W3CDTF">2015-02-16T10:33:53Z</dcterms:modified>
</cp:coreProperties>
</file>